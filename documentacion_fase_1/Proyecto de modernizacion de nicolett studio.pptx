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AN Garland" charset="1" panose="00000000000000000000"/>
      <p:regular r:id="rId21"/>
    </p:embeddedFont>
    <p:embeddedFont>
      <p:font typeface="Montserrat" charset="1" panose="00000500000000000000"/>
      <p:regular r:id="rId22"/>
    </p:embeddedFont>
    <p:embeddedFont>
      <p:font typeface="Montserrat Light" charset="1" panose="00000400000000000000"/>
      <p:regular r:id="rId23"/>
    </p:embeddedFont>
    <p:embeddedFont>
      <p:font typeface="Now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7858">
            <a:off x="13934850" y="1719447"/>
            <a:ext cx="6367653" cy="8229600"/>
          </a:xfrm>
          <a:custGeom>
            <a:avLst/>
            <a:gdLst/>
            <a:ahLst/>
            <a:cxnLst/>
            <a:rect r="r" b="b" t="t" l="l"/>
            <a:pathLst>
              <a:path h="8229600" w="6367653">
                <a:moveTo>
                  <a:pt x="6367653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6367653" y="0"/>
                </a:lnTo>
                <a:lnTo>
                  <a:pt x="6367653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7858">
            <a:off x="-2622239" y="429862"/>
            <a:ext cx="6367653" cy="8229600"/>
          </a:xfrm>
          <a:custGeom>
            <a:avLst/>
            <a:gdLst/>
            <a:ahLst/>
            <a:cxnLst/>
            <a:rect r="r" b="b" t="t" l="l"/>
            <a:pathLst>
              <a:path h="8229600" w="6367653">
                <a:moveTo>
                  <a:pt x="0" y="0"/>
                </a:moveTo>
                <a:lnTo>
                  <a:pt x="6367653" y="0"/>
                </a:lnTo>
                <a:lnTo>
                  <a:pt x="63676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56517" y="3038880"/>
            <a:ext cx="11974965" cy="417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519" spc="893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PROYECTO </a:t>
            </a:r>
            <a:r>
              <a:rPr lang="en-US" sz="6519" spc="893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DE MODERNIZACIÓN NICOLETT STUDIO FANTASY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19851" y="1038225"/>
            <a:ext cx="6648299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CAPSTONE - 003D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19851" y="8818245"/>
            <a:ext cx="6648299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ANGELA ALCARRUZ</a:t>
            </a:r>
          </a:p>
          <a:p>
            <a:pPr algn="ctr">
              <a:lnSpc>
                <a:spcPts val="3509"/>
              </a:lnSpc>
            </a:pPr>
            <a:r>
              <a:rPr lang="en-US" sz="3000" spc="41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BRANDON GONZALEZ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75347" y="4417407"/>
            <a:ext cx="9097406" cy="6970888"/>
          </a:xfrm>
          <a:custGeom>
            <a:avLst/>
            <a:gdLst/>
            <a:ahLst/>
            <a:cxnLst/>
            <a:rect r="r" b="b" t="t" l="l"/>
            <a:pathLst>
              <a:path h="6970888" w="9097406">
                <a:moveTo>
                  <a:pt x="0" y="0"/>
                </a:moveTo>
                <a:lnTo>
                  <a:pt x="9097407" y="0"/>
                </a:lnTo>
                <a:lnTo>
                  <a:pt x="9097407" y="6970888"/>
                </a:lnTo>
                <a:lnTo>
                  <a:pt x="0" y="6970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52162" y="3064617"/>
            <a:ext cx="8745243" cy="331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3545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INTRODUCCIÓN</a:t>
            </a:r>
          </a:p>
          <a:p>
            <a:pPr algn="l">
              <a:lnSpc>
                <a:spcPts val="6700"/>
              </a:lnSpc>
            </a:pPr>
            <a:r>
              <a:rPr lang="en-US" sz="3545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PROBLEMÁTICA</a:t>
            </a:r>
          </a:p>
          <a:p>
            <a:pPr algn="l">
              <a:lnSpc>
                <a:spcPts val="6700"/>
              </a:lnSpc>
            </a:pPr>
            <a:r>
              <a:rPr lang="en-US" sz="3545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REQUISITOS</a:t>
            </a:r>
          </a:p>
          <a:p>
            <a:pPr algn="l">
              <a:lnSpc>
                <a:spcPts val="6700"/>
              </a:lnSpc>
            </a:pPr>
            <a:r>
              <a:rPr lang="en-US" sz="3545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SOLUCIÓN A TRAVES DE MOCKUPS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31058" y="3014238"/>
            <a:ext cx="1011061" cy="420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815"/>
              </a:lnSpc>
            </a:pPr>
            <a:r>
              <a:rPr lang="en-US" sz="3199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01</a:t>
            </a:r>
          </a:p>
          <a:p>
            <a:pPr algn="r">
              <a:lnSpc>
                <a:spcPts val="6815"/>
              </a:lnSpc>
            </a:pPr>
            <a:r>
              <a:rPr lang="en-US" sz="3199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02</a:t>
            </a:r>
          </a:p>
          <a:p>
            <a:pPr algn="r">
              <a:lnSpc>
                <a:spcPts val="6815"/>
              </a:lnSpc>
            </a:pPr>
            <a:r>
              <a:rPr lang="en-US" sz="3199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03</a:t>
            </a:r>
          </a:p>
          <a:p>
            <a:pPr algn="r">
              <a:lnSpc>
                <a:spcPts val="6815"/>
              </a:lnSpc>
            </a:pPr>
            <a:r>
              <a:rPr lang="en-US" sz="3199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04</a:t>
            </a:r>
          </a:p>
          <a:p>
            <a:pPr algn="r">
              <a:lnSpc>
                <a:spcPts val="681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33063" y="1781070"/>
            <a:ext cx="6231395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CONTENIDOS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1718" y="0"/>
            <a:ext cx="4770596" cy="10287000"/>
          </a:xfrm>
          <a:custGeom>
            <a:avLst/>
            <a:gdLst/>
            <a:ahLst/>
            <a:cxnLst/>
            <a:rect r="r" b="b" t="t" l="l"/>
            <a:pathLst>
              <a:path h="10287000" w="4770596">
                <a:moveTo>
                  <a:pt x="0" y="0"/>
                </a:moveTo>
                <a:lnTo>
                  <a:pt x="4770596" y="0"/>
                </a:lnTo>
                <a:lnTo>
                  <a:pt x="47705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122744" y="0"/>
            <a:ext cx="4770596" cy="10287000"/>
          </a:xfrm>
          <a:custGeom>
            <a:avLst/>
            <a:gdLst/>
            <a:ahLst/>
            <a:cxnLst/>
            <a:rect r="r" b="b" t="t" l="l"/>
            <a:pathLst>
              <a:path h="10287000" w="4770596">
                <a:moveTo>
                  <a:pt x="477059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70596" y="0"/>
                </a:lnTo>
                <a:lnTo>
                  <a:pt x="4770596" y="102870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8770" y="3289945"/>
            <a:ext cx="8593974" cy="458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215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Nicolett Studio Fantasy es un centro de belleza situado en Buin, que ofrece una amplia gama de servicios, incluyendo manicure, pedicure, peluquería, entre otros. Su objetivo es adaptarse continuamente a las necesidades y preferencias de sus clientas, destacándose por la calidad de su atención, el profesionalismo y la creación de un ambiente cómodo y acogedor. En este sentido, el emprendimiento se propone modernizar sus procesos con el fin de proporcionar una experiencia aún más satisfactoria.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28770" y="2818269"/>
            <a:ext cx="6022114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 u="none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74714" y="-624290"/>
            <a:ext cx="4185894" cy="4315355"/>
          </a:xfrm>
          <a:custGeom>
            <a:avLst/>
            <a:gdLst/>
            <a:ahLst/>
            <a:cxnLst/>
            <a:rect r="r" b="b" t="t" l="l"/>
            <a:pathLst>
              <a:path h="4315355" w="4185894">
                <a:moveTo>
                  <a:pt x="0" y="0"/>
                </a:moveTo>
                <a:lnTo>
                  <a:pt x="4185895" y="0"/>
                </a:lnTo>
                <a:lnTo>
                  <a:pt x="4185895" y="4315355"/>
                </a:lnTo>
                <a:lnTo>
                  <a:pt x="0" y="4315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5204186"/>
            <a:ext cx="6753549" cy="4054114"/>
            <a:chOff x="0" y="0"/>
            <a:chExt cx="1046301" cy="628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301" cy="628088"/>
            </a:xfrm>
            <a:custGeom>
              <a:avLst/>
              <a:gdLst/>
              <a:ahLst/>
              <a:cxnLst/>
              <a:rect r="r" b="b" t="t" l="l"/>
              <a:pathLst>
                <a:path h="628088" w="1046301">
                  <a:moveTo>
                    <a:pt x="0" y="0"/>
                  </a:moveTo>
                  <a:lnTo>
                    <a:pt x="1046301" y="0"/>
                  </a:lnTo>
                  <a:lnTo>
                    <a:pt x="1046301" y="628088"/>
                  </a:lnTo>
                  <a:lnTo>
                    <a:pt x="0" y="628088"/>
                  </a:lnTo>
                  <a:close/>
                </a:path>
              </a:pathLst>
            </a:custGeom>
            <a:blipFill>
              <a:blip r:embed="rId4"/>
              <a:stretch>
                <a:fillRect l="0" t="-5389" r="0" b="-538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39279" y="1259449"/>
            <a:ext cx="9384020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PROBLEMÁTICA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0861" y="3888864"/>
            <a:ext cx="6051095" cy="3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Carezca de un historial organizado.  </a:t>
            </a:r>
          </a:p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No se establecen alertas para el seguimiento.  </a:t>
            </a:r>
          </a:p>
          <a:p>
            <a:pPr algn="l" marL="464641" indent="-232320" lvl="1">
              <a:lnSpc>
                <a:spcPts val="4067"/>
              </a:lnSpc>
              <a:buFont typeface="Arial"/>
              <a:buChar char="•"/>
            </a:pPr>
            <a:r>
              <a:rPr lang="en-US" sz="215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 pierden oportunidades de contacto, recompra, nuevas reservas e informacion que puede ser importante sobre las clientas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8605" y="2617541"/>
            <a:ext cx="6051095" cy="200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215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Actualmente, la gestión de datos relacionados con reservas, inventario y clientas se realiza de manera manual en papel, lo que provoca que: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47938">
            <a:off x="14911099" y="-284797"/>
            <a:ext cx="4937760" cy="8229600"/>
          </a:xfrm>
          <a:custGeom>
            <a:avLst/>
            <a:gdLst/>
            <a:ahLst/>
            <a:cxnLst/>
            <a:rect r="r" b="b" t="t" l="l"/>
            <a:pathLst>
              <a:path h="8229600" w="4937760">
                <a:moveTo>
                  <a:pt x="0" y="0"/>
                </a:moveTo>
                <a:lnTo>
                  <a:pt x="4937760" y="0"/>
                </a:lnTo>
                <a:lnTo>
                  <a:pt x="49377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65370" y="3351325"/>
            <a:ext cx="6236173" cy="392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Registro de promociones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Control de inventario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Escalabilidad y Diseño Modular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Interfaz de Usuario (UI) y Diseño Visual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Usabilidad y Diseño Responsivo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2721" y="3207785"/>
            <a:ext cx="6236173" cy="658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Registro de atenciones 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Especificación de servicio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Mapeo visual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Registro de precauciones 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Calendario interactivo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Portal web externo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Pagos de servicio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Rol de Administrador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Rol de profesional</a:t>
            </a:r>
          </a:p>
          <a:p>
            <a:pPr algn="l" marL="518160" indent="-259080" lvl="1">
              <a:lnSpc>
                <a:spcPts val="5304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Sistema de alertas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6022114" cy="54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REQUISITOS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127" y="1841254"/>
            <a:ext cx="12599817" cy="58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24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 base a la reunión inicial e información previa, los requisitos considerados son: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095" y="1952646"/>
            <a:ext cx="16230600" cy="8034147"/>
          </a:xfrm>
          <a:custGeom>
            <a:avLst/>
            <a:gdLst/>
            <a:ahLst/>
            <a:cxnLst/>
            <a:rect r="r" b="b" t="t" l="l"/>
            <a:pathLst>
              <a:path h="8034147" w="16230600">
                <a:moveTo>
                  <a:pt x="0" y="0"/>
                </a:moveTo>
                <a:lnTo>
                  <a:pt x="16230600" y="0"/>
                </a:lnTo>
                <a:lnTo>
                  <a:pt x="16230600" y="8034147"/>
                </a:lnTo>
                <a:lnTo>
                  <a:pt x="0" y="8034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689249"/>
            <a:ext cx="12572172" cy="11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(PANTALLA DE INICIO)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095" y="1952646"/>
            <a:ext cx="16064205" cy="7951782"/>
          </a:xfrm>
          <a:custGeom>
            <a:avLst/>
            <a:gdLst/>
            <a:ahLst/>
            <a:cxnLst/>
            <a:rect r="r" b="b" t="t" l="l"/>
            <a:pathLst>
              <a:path h="7951782" w="16064205">
                <a:moveTo>
                  <a:pt x="0" y="0"/>
                </a:moveTo>
                <a:lnTo>
                  <a:pt x="16064205" y="0"/>
                </a:lnTo>
                <a:lnTo>
                  <a:pt x="16064205" y="7951782"/>
                </a:lnTo>
                <a:lnTo>
                  <a:pt x="0" y="7951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689249"/>
            <a:ext cx="12572172" cy="11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358"/>
              </a:lnSpc>
              <a:spcBef>
                <a:spcPct val="0"/>
              </a:spcBef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095" y="1952646"/>
            <a:ext cx="16064205" cy="7951782"/>
          </a:xfrm>
          <a:custGeom>
            <a:avLst/>
            <a:gdLst/>
            <a:ahLst/>
            <a:cxnLst/>
            <a:rect r="r" b="b" t="t" l="l"/>
            <a:pathLst>
              <a:path h="7951782" w="16064205">
                <a:moveTo>
                  <a:pt x="0" y="0"/>
                </a:moveTo>
                <a:lnTo>
                  <a:pt x="16064205" y="0"/>
                </a:lnTo>
                <a:lnTo>
                  <a:pt x="16064205" y="7951782"/>
                </a:lnTo>
                <a:lnTo>
                  <a:pt x="0" y="7951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708236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 - ESPECIALIDAD)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095" y="1952646"/>
            <a:ext cx="15795565" cy="7828677"/>
          </a:xfrm>
          <a:custGeom>
            <a:avLst/>
            <a:gdLst/>
            <a:ahLst/>
            <a:cxnLst/>
            <a:rect r="r" b="b" t="t" l="l"/>
            <a:pathLst>
              <a:path h="7828677" w="15795565">
                <a:moveTo>
                  <a:pt x="0" y="0"/>
                </a:moveTo>
                <a:lnTo>
                  <a:pt x="15795564" y="0"/>
                </a:lnTo>
                <a:lnTo>
                  <a:pt x="15795564" y="7828677"/>
                </a:lnTo>
                <a:lnTo>
                  <a:pt x="0" y="7828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708236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 - ESPECIALISTA)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095" y="1952646"/>
            <a:ext cx="16064205" cy="7981902"/>
          </a:xfrm>
          <a:custGeom>
            <a:avLst/>
            <a:gdLst/>
            <a:ahLst/>
            <a:cxnLst/>
            <a:rect r="r" b="b" t="t" l="l"/>
            <a:pathLst>
              <a:path h="7981902" w="16064205">
                <a:moveTo>
                  <a:pt x="0" y="0"/>
                </a:moveTo>
                <a:lnTo>
                  <a:pt x="16064205" y="0"/>
                </a:lnTo>
                <a:lnTo>
                  <a:pt x="16064205" y="7981902"/>
                </a:lnTo>
                <a:lnTo>
                  <a:pt x="0" y="798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708236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 - RESUMEN)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71264" y="1952646"/>
            <a:ext cx="14684527" cy="7966356"/>
          </a:xfrm>
          <a:custGeom>
            <a:avLst/>
            <a:gdLst/>
            <a:ahLst/>
            <a:cxnLst/>
            <a:rect r="r" b="b" t="t" l="l"/>
            <a:pathLst>
              <a:path h="7966356" w="14684527">
                <a:moveTo>
                  <a:pt x="0" y="0"/>
                </a:moveTo>
                <a:lnTo>
                  <a:pt x="14684527" y="0"/>
                </a:lnTo>
                <a:lnTo>
                  <a:pt x="14684527" y="7966356"/>
                </a:lnTo>
                <a:lnTo>
                  <a:pt x="0" y="796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708236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 - WEBPAY)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0740" y="2058259"/>
            <a:ext cx="16814032" cy="7734455"/>
          </a:xfrm>
          <a:custGeom>
            <a:avLst/>
            <a:gdLst/>
            <a:ahLst/>
            <a:cxnLst/>
            <a:rect r="r" b="b" t="t" l="l"/>
            <a:pathLst>
              <a:path h="7734455" w="16814032">
                <a:moveTo>
                  <a:pt x="0" y="0"/>
                </a:moveTo>
                <a:lnTo>
                  <a:pt x="16814032" y="0"/>
                </a:lnTo>
                <a:lnTo>
                  <a:pt x="16814032" y="7734455"/>
                </a:lnTo>
                <a:lnTo>
                  <a:pt x="0" y="7734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095" y="708236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(AGENDA DE HORAS - FIN PROCESO)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529" y="2997249"/>
            <a:ext cx="17878943" cy="6397468"/>
          </a:xfrm>
          <a:custGeom>
            <a:avLst/>
            <a:gdLst/>
            <a:ahLst/>
            <a:cxnLst/>
            <a:rect r="r" b="b" t="t" l="l"/>
            <a:pathLst>
              <a:path h="6397468" w="17878943">
                <a:moveTo>
                  <a:pt x="0" y="0"/>
                </a:moveTo>
                <a:lnTo>
                  <a:pt x="17878942" y="0"/>
                </a:lnTo>
                <a:lnTo>
                  <a:pt x="17878942" y="6397468"/>
                </a:lnTo>
                <a:lnTo>
                  <a:pt x="0" y="6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3972" y="1275795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VISTA API CALENDAR GOOGLE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59013" y="-1090104"/>
            <a:ext cx="5933364" cy="6085501"/>
          </a:xfrm>
          <a:custGeom>
            <a:avLst/>
            <a:gdLst/>
            <a:ahLst/>
            <a:cxnLst/>
            <a:rect r="r" b="b" t="t" l="l"/>
            <a:pathLst>
              <a:path h="6085501" w="5933364">
                <a:moveTo>
                  <a:pt x="0" y="0"/>
                </a:moveTo>
                <a:lnTo>
                  <a:pt x="5933363" y="0"/>
                </a:lnTo>
                <a:lnTo>
                  <a:pt x="5933363" y="6085501"/>
                </a:lnTo>
                <a:lnTo>
                  <a:pt x="0" y="608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218" y="2985989"/>
            <a:ext cx="15283564" cy="6055064"/>
          </a:xfrm>
          <a:custGeom>
            <a:avLst/>
            <a:gdLst/>
            <a:ahLst/>
            <a:cxnLst/>
            <a:rect r="r" b="b" t="t" l="l"/>
            <a:pathLst>
              <a:path h="6055064" w="15283564">
                <a:moveTo>
                  <a:pt x="0" y="0"/>
                </a:moveTo>
                <a:lnTo>
                  <a:pt x="15283564" y="0"/>
                </a:lnTo>
                <a:lnTo>
                  <a:pt x="15283564" y="6055064"/>
                </a:lnTo>
                <a:lnTo>
                  <a:pt x="0" y="6055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3972" y="1275795"/>
            <a:ext cx="13455041" cy="108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601" spc="104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SOLUCIÓN </a:t>
            </a:r>
          </a:p>
          <a:p>
            <a:pPr algn="l" marL="0" indent="0" lvl="0">
              <a:lnSpc>
                <a:spcPts val="4237"/>
              </a:lnSpc>
              <a:spcBef>
                <a:spcPct val="0"/>
              </a:spcBef>
            </a:pPr>
            <a:r>
              <a:rPr lang="en-US" sz="3501" spc="1012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VISTA AGENDA DESDE PAGINA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6402" y="2890420"/>
            <a:ext cx="11875196" cy="454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6"/>
              </a:lnSpc>
            </a:pPr>
            <a:r>
              <a:rPr lang="en-US" sz="10219" spc="1400">
                <a:solidFill>
                  <a:srgbClr val="000000"/>
                </a:solidFill>
                <a:latin typeface="TAN Garland"/>
                <a:ea typeface="TAN Garland"/>
                <a:cs typeface="TAN Garland"/>
                <a:sym typeface="TAN Garland"/>
              </a:rPr>
              <a:t>GRACIAS POR SU ATENCIÓN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51718" y="0"/>
            <a:ext cx="4770596" cy="10287000"/>
          </a:xfrm>
          <a:custGeom>
            <a:avLst/>
            <a:gdLst/>
            <a:ahLst/>
            <a:cxnLst/>
            <a:rect r="r" b="b" t="t" l="l"/>
            <a:pathLst>
              <a:path h="10287000" w="4770596">
                <a:moveTo>
                  <a:pt x="0" y="0"/>
                </a:moveTo>
                <a:lnTo>
                  <a:pt x="4770596" y="0"/>
                </a:lnTo>
                <a:lnTo>
                  <a:pt x="47705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122744" y="0"/>
            <a:ext cx="4770596" cy="10287000"/>
          </a:xfrm>
          <a:custGeom>
            <a:avLst/>
            <a:gdLst/>
            <a:ahLst/>
            <a:cxnLst/>
            <a:rect r="r" b="b" t="t" l="l"/>
            <a:pathLst>
              <a:path h="10287000" w="4770596">
                <a:moveTo>
                  <a:pt x="477059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770596" y="0"/>
                </a:lnTo>
                <a:lnTo>
                  <a:pt x="4770596" y="102870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DAHUprLnf7I</dc:identifier>
  <dcterms:modified xsi:type="dcterms:W3CDTF">2011-08-01T06:04:30Z</dcterms:modified>
  <cp:revision>1</cp:revision>
  <dc:title>PROYECTo de modernizacion de nicolett studio</dc:title>
</cp:coreProperties>
</file>